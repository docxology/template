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154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97.07%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historical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Prior v1.0.9 references: Zenodo, GitHub, PyPI (sandbox), IPFS, Software Heritage, GitHub Pages, Netlify, Hugging Face, OSF. Intended v2.0.0 is unreleased.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97.07%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1324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406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