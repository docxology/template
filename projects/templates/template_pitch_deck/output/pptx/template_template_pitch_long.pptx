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95.56%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000" b="1">
                <a:solidFill>
                  <a:srgbClr val="B3131A"/>
                </a:solidFill>
                <a:latin typeface="Helvetica"/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95.56%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1339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409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