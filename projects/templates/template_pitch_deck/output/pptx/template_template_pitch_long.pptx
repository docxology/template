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6.png"/><Relationship Id="rId5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51.png"/><Relationship Id="rId4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53.png"/><Relationship Id="rId5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hyperlink" Target="https://github.com/docxology/template/blob/main/projects/templates/template_pitch_deck/output/slides_standalone/template_template_long/slide_5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stale claim about infrastructure is a form of unverified evidence, structurally</a:t>
            </a:r>
            <a:br/>
            <a:r>
              <a:t>similar to an uncheckable statistic in a results section.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Peer review rarely re-derives a paper's own infrastructure description; it is</a:t>
            </a:r>
            <a:br/>
            <a:r>
              <a:t>trusted by default.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Meta-science groups exist precisely to close gaps like this — this deck is itself</a:t>
            </a:r>
            <a:br/>
            <a:r>
              <a:t>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Ten Simple Rules for Reproducible Computational Research (Sandve et al.,</a:t>
            </a:r>
            <a:br/>
            <a:r>
              <a:t>2013) — the base discipline of tracking exactly what produced each result.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Good Enough Practices in Scientific Computing (Wilson et al., 2017) — version</a:t>
            </a:r>
            <a:br/>
            <a:r>
              <a:t>control, testing, and modular code as baseline hygiene.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FAIR principles for research software (Lamprecht et al., 2020) — Findable,</a:t>
            </a:r>
            <a:br/>
            <a:r>
              <a:t>Accessible, Interoperable, Reusable, extended here to the manuscript layer</a:t>
            </a:r>
            <a:br/>
            <a:r>
              <a:t>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build_manuscript_metrics_dict computes counts directly; nothing is</a:t>
            </a:r>
            <a:br/>
            <a:r>
              <a:t>copy-pasted from a prior run.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save_metrics_json persists the full dictionary to output/data/metrics.json for</a:t>
            </a:r>
            <a:br/>
            <a:r>
              <a:t>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${variable} values into manuscript/*.md, writing</a:t>
            </a:r>
            <a:br/>
            <a:r>
              <a:t>the resolved text to output/manuscript/ for rendering.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Unresolved tokens are never silently dropped — a missing variable is a build</a:t>
            </a:r>
            <a:br/>
            <a:r>
              <a:t>failure, not a blank space in the PDF.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Regenerating figures after a code change is one script call, not a redraw in an</a:t>
            </a:r>
            <a:br/>
            <a:r>
              <a:t>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Generic, reusable modules: rendering (PDF/HTML/PPTX/DOCX/EPUB),</a:t>
            </a:r>
            <a:br/>
            <a:r>
              <a:t>validation, publishing, provenance, security.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project-specific logic lives here — a change to infrastructure/ affects every</a:t>
            </a:r>
            <a:br/>
            <a:r>
              <a:t>exemplar identically.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PDF/PPTX renderers (infrastructure/rendering/slide_deck.py,</a:t>
            </a:r>
            <a:br/>
            <a:r>
              <a:t>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exemplar's own domain logic: template_template's introspection/metrics,</a:t>
            </a:r>
            <a:br/>
            <a:r>
              <a:t>a code-project's optimizer, this deck's own content loader and token/cliche</a:t>
            </a:r>
            <a:br/>
            <a:r>
              <a:t>validators.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Kept out of infrastructure/ by convention, enforced by an automated</a:t>
            </a:r>
            <a:br/>
            <a:r>
              <a:t>project/infrastructure-boundary drift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 — a size/complexity gate enforces</a:t>
            </a:r>
            <a:br/>
            <a:r>
              <a:t>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mocks, anywhere: tests use real files, real YAML, real rendered output —</a:t>
            </a:r>
            <a:br/>
            <a:r>
              <a:t>never unittest.mock or MagicMock.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coverage floor on every exemplar's own src/; 60% floor on shared</a:t>
            </a:r>
            <a:br/>
            <a:r>
              <a:t>infrastructure/.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project fails its own gate the same way regardless of which exemplar it is —</a:t>
            </a:r>
            <a:br/>
            <a:r>
              <a:t>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158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95.56%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9 historical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Prior v1.0.9 references: Zenodo, GitHub, PyPI (sandbox), IPFS, Software Heritage, GitHub Pages, Netlify, Hugging Face, OSF. Intended v2.0.0 is unreleased.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the previous two slides was read live from</a:t>
            </a:r>
            <a:br/>
            <a:r>
              <a:t>template_template's own manuscript/config.yaml and this monorepo's generated</a:t>
            </a:r>
            <a:br/>
            <a:r>
              <a:t>coverage report — not typed into this YAML file by hand.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src/deck_tokens.py::build_deck_tokens is the function that did the reading; you</a:t>
            </a:r>
            <a:br/>
            <a:r>
              <a:t>can run it yourself and get the same numbers.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token-resolution audit fails this deck's own build if any of these values ever</a:t>
            </a:r>
            <a:br/>
            <a:r>
              <a:t>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single hand-edited registry (infrastructure/project/public_scope.py) lists every</a:t>
            </a:r>
            <a:br/>
            <a:r>
              <a:t>project name in public CI/documentation scope.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Everything else under projects/ (working, ongoing, archive folders) stays</a:t>
            </a:r>
            <a:br/>
            <a:r>
              <a:t>local-only by construction, never accidentally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An automated confidentiality audit fails CI if a private project path is ever</a:t>
            </a:r>
            <a:br/>
            <a:r>
              <a:t>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enforces this on every</a:t>
            </a:r>
            <a:br/>
            <a:r>
              <a:t>push, not only at release time.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separation pattern that lets a lab keep unpublished work private,</a:t>
            </a:r>
            <a:br/>
            <a:r>
              <a:t>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registry of 20 publishing platforms — Zenodo, arXiv, GitHub, PyPI, OSF,</a:t>
            </a:r>
            <a:br/>
            <a:r>
              <a:t>Software Heritage, Hugging Face, IPFS, and more — with per-platform</a:t>
            </a:r>
            <a:br/>
            <a:r>
              <a:t>automation where an API exists.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Platforms without a submission API (arXiv) are documented as a manual step,</a:t>
            </a:r>
            <a:br/>
            <a:r>
              <a:t>not silently skipped or falsely marked complete.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'published' status in a project's README is compiled from that project's</a:t>
            </a:r>
            <a:br/>
            <a:r>
              <a:t>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Fixed RNG seeds and MPLBACKEND=Agg for headless, deterministic figure</a:t>
            </a:r>
            <a:br/>
            <a:r>
              <a:t>generation.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Two consecutive pipeline runs against the same repository state produce</a:t>
            </a:r>
            <a:br/>
            <a:r>
              <a:t>byte-identical rendered output.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and test counts are read from a generated report</a:t>
            </a:r>
            <a:br/>
            <a:r>
              <a:t>(docs/_generated/COUNTS.md), never hardcoded into prose that could go</a:t>
            </a:r>
            <a:br/>
            <a:r>
              <a:t>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Clone the monorepo, run the same pipeline command shown in this project's</a:t>
            </a:r>
            <a:br/>
            <a:r>
              <a:t>README, and regenerate this exact deck.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Diff the regenerated PDF/PPTX against the committed output — a</a:t>
            </a:r>
            <a:br/>
            <a:r>
              <a:t>token-honesty test already does this as part of the project's own CI gate.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Nothing in this pitch requires trusting the presenter; it requires running the</a:t>
            </a:r>
            <a:br/>
            <a:r>
              <a:t>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style guide is a request; a gate is a build failure — the difference between</a:t>
            </a:r>
            <a:br/>
            <a:r>
              <a:t>'we ask reviewers to check citations' and 'the render script exits non-zero if one</a:t>
            </a:r>
            <a:br/>
            <a:r>
              <a:t>is missing'.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gate here targets one specific failure mode it was built to catch: a stale</a:t>
            </a:r>
            <a:br/>
            <a:r>
              <a:t>token, a cliche phrase, an uncited fact, a non-reproducible artifact.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gates existed before this exemplar needed them — each was</a:t>
            </a:r>
            <a:br/>
            <a:r>
              <a:t>added because a real defect surfaced during this project's own development,</a:t>
            </a:r>
            <a:br/>
            <a:r>
              <a:t>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scripts/10_audit_deck_content.py exits non-zero on the first unresolved token</a:t>
            </a:r>
            <a:br/>
            <a:r>
              <a:t>or cliche hit — the render script never runs against unaudited content.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scripts/30_audit_diligence.py exits non-zero if any fact-bearing slide lacks a</a:t>
            </a:r>
            <a:br/>
            <a:r>
              <a:t>source citation — a deck can be complete and still fail to ship.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Fail-closed, not fail-open: an audit that cannot run is treated as a failure, never</a:t>
            </a:r>
            <a:br/>
            <a:r>
              <a:t>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95.56%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31939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DOI is deposited through the same infrastructure.publishing</a:t>
            </a:r>
            <a:br/>
            <a:r>
              <a:t>pipeline every other exemplar in this monorepo uses — nothing deck-specific to</a:t>
            </a:r>
            <a:br/>
            <a:r>
              <a:t>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1339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409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file(s): infrastructure/__init__.py and mcp_server.py.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subpackage boundary matches a real reuse boundary: rendering/,</a:t>
            </a:r>
            <a:br/>
            <a:r>
              <a:t>validation/, publishing/, provenance/ each solve one generic problem every</a:t>
            </a:r>
            <a:br/>
            <a:r>
              <a:t>exemplar needs, independent of any project's domain logic.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change inside one subpackage cannot silently reach into another without an</a:t>
            </a:r>
            <a:br/>
            <a:r>
              <a:t>explicit import — the boundary is enforced by the drift check, not just</a:t>
            </a:r>
            <a:br/>
            <a:r>
              <a:t>convention.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is the same two-layer split described earlier in this deck, now shown at the</a:t>
            </a:r>
            <a:br/>
            <a:r>
              <a:t>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grant-report deck generated the same way a manuscript is — bound to the</a:t>
            </a:r>
            <a:br/>
            <a:r>
              <a:t>same project data your team already tracks.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recurring quarterly-update deck that regenerates instead of being rebuilt</a:t>
            </a:r>
            <a:br/>
            <a:r>
              <a:t>from scratch each cycle.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shared content schema across your organization's decks, so a house style</a:t>
            </a:r>
            <a:br/>
            <a:r>
              <a:t>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3938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Autopoietic — a system that regenerates its own description from its own live</a:t>
            </a:r>
            <a:br/>
            <a:r>
              <a:t>state, rather than from a fixed snapshot.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— a script that coordinates infrastructure/ and src/ calls but</a:t>
            </a:r>
            <a:br/>
            <a:r>
              <a:t>contains no business logic itself.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 — the minimum percentage of source lines a test suite must</a:t>
            </a:r>
            <a:br/>
            <a:r>
              <a:t>exercise before the pipeline is allowed to proceed.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policy — a testing rule requiring real files, real data, and real</a:t>
            </a:r>
            <a:br/>
            <a:r>
              <a:t>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221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DOI: 10.5281/zenodo.20419007.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Repository: docxology/template_template, licensed Apache-2.0.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 itself: projects/templates/template_pitch_deck in the same</a:t>
            </a:r>
            <a:br/>
            <a:r>
              <a:t>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