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name the audience explicitly — meta-science / science-integrity groups, not general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problem in one sentence a non-technical funder can parse without repo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'what is it' concretely — no adjectives, only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leave contact/repo pointer to the resolved GitHub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docxology/template/blob/main/projects/templates/template_pitch_deck/output/slides_standalone/template_template_short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ithub.com/docxology/template/blob/main/projects/templates/template_pitch_deck/output/slides_standalone/template_template_short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ocxology/template/blob/main/infrastructure/project/public_scope.py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github.com/docxology/template/blob/main/projects/templates/template_pitch_deck/output/slides_standalone/template_template_short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docxology/template/blob/main/projects/templates/template_pitch_deck/output/slides_standalone/template_template_short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6.png"/><Relationship Id="rId5" Type="http://schemas.openxmlformats.org/officeDocument/2006/relationships/hyperlink" Target="https://github.com/docxology/template/blob/main/projects/templates/template_pitch_deck/output/slides_standalone/template_template_short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github.com/docxology/template/blob/main/projects/templates/template_pitch_deck/output/slides_standalone/template_template_short/slide_0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8.png"/><Relationship Id="rId4" Type="http://schemas.openxmlformats.org/officeDocument/2006/relationships/hyperlink" Target="https://github.com/docxology/template/blob/main/projects/templates/template_pitch_deck/output/slides_standalone/template_template_short/slide_07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9.png"/><Relationship Id="rId4" Type="http://schemas.openxmlformats.org/officeDocument/2006/relationships/hyperlink" Target="https://github.com/docxology/template/blob/main/projects/templates/template_pitch_deck/output/slides_standalone/template_template_short/slide_08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manuscript/config.yaml" TargetMode="External"/><Relationship Id="rId3" Type="http://schemas.openxmlformats.org/officeDocument/2006/relationships/image" Target="../media/image10.png"/><Relationship Id="rId4" Type="http://schemas.openxmlformats.org/officeDocument/2006/relationships/hyperlink" Target="https://github.com/docxology/template/blob/main/projects/templates/template_pitch_deck/output/slides_standalone/template_template_short/slide_09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docxology/template/blob/main/projects/templates/template_pitch_deck/output/slides_standalone/template_template_short/slide_10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hyperlink" Target="https://github.com/docxology/template/blob/main/projects/templates/template_pitch_deck/output/slides_standalone/template_template_short/slide_11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template/ approach to Reproducible Generative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Research groups publish claims about their own tools and pipelines that no</a:t>
            </a:r>
            <a:br/>
            <a:r>
              <a:t>one outside the team can re-check.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Manuscripts describing infrastructure go stale the moment the infrastructure</a:t>
            </a:r>
            <a:br/>
            <a:r>
              <a:t>changes underneath them.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Reproducibility efforts usually stop at the data and code layer — the</a:t>
            </a:r>
            <a:br/>
            <a:r>
              <a:t>documentation layer is still hand-maintained and drifts silently.</a:t>
            </a:r>
          </a:p>
        </p:txBody>
      </p:sp>
      <p:pic>
        <p:nvPicPr>
          <p:cNvPr id="5" name="Picture 4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template_template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manuscript that is generated FROM the repository it describes, not written</a:t>
            </a:r>
            <a:br/>
            <a:r>
              <a:t>ABOUT it from memory.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metric in the paper — module counts, test counts, pipeline stages — is</a:t>
            </a:r>
            <a:br/>
            <a:r>
              <a:t>computed live by template_template's own introspection code.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One of 25 public exemplar templates in the same monorepo, each</a:t>
            </a:r>
            <a:br/>
            <a:r>
              <a:t>independently tested and coverage-gated.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src/template_template/core/introspection.py scans infrastructure/ modules, the</a:t>
            </a:r>
            <a:br/>
            <a:r>
              <a:t>pipeline DAG, and the public project roster.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metrics.py turns that scan into a dictionary of ${variable} values;</a:t>
            </a:r>
            <a:br/>
            <a:r>
              <a:t>inject_metrics.py substitutes them into the manuscript text.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Re-running the pipeline regenerates the paper from current repository state —</a:t>
            </a:r>
            <a:br/>
            <a:r>
              <a:t>the citation and the artifact cannot drift apart.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Two-layer architecture, at a glance</a:t>
            </a:r>
          </a:p>
        </p:txBody>
      </p:sp>
      <p:pic>
        <p:nvPicPr>
          <p:cNvPr id="4" name="Picture 3" descr="two_lay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875" y="914400"/>
            <a:ext cx="2986249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Proof, not adjectives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6800" b="1">
                <a:solidFill>
                  <a:srgbClr val="B3131A"/>
                </a:solidFill>
                <a:latin typeface="Helvetica"/>
              </a:rPr>
              <a:t>161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95.55% coverage on template_template's own source — the same gate every exemplar in the repo must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Already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Concept DOI 10.5281/zenodo.20419007. Intended v2.0.0 is unreleased; prior</a:t>
            </a:r>
            <a:br/>
            <a:r>
              <a:t>v1.0.9 has 9 historical publication references.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Licensed Apache-2.0 — the introspection code, not only the prose, is available</a:t>
            </a:r>
            <a:br/>
            <a:r>
              <a:t>for a science-integrity team to audit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Why this matters for science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funder or reviewer can clone the repository and regenerate the exact figures</a:t>
            </a:r>
            <a:br/>
            <a:r>
              <a:t>and counts cited in the manuscript, on their own machine.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same no-mocks, coverage-gated testing discipline that verifies the code</a:t>
            </a:r>
            <a:br/>
            <a:r>
              <a:t>also verifies the claims made about the code.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pattern generalizes across the whole projects/templates/ folder — all 25</a:t>
            </a:r>
            <a:br/>
            <a:r>
              <a:t>exemplars, not just one cherry-picked example — follow the identical</a:t>
            </a:r>
            <a:br/>
            <a:r>
              <a:t>thin-orchestrator, two-layer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Cite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pitch deck (template_template_pitch_short.pdf) is its own exemplar in the</a:t>
            </a:r>
            <a:br/>
            <a:r>
              <a:t>same monorepo — it has its own source, tests, and citable identity, separate</a:t>
            </a:r>
            <a:br/>
            <a:r>
              <a:t>from the DOI of the project it pitches.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deck's own DOI: 10.5281/zenodo.21281509.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slide also carries a QR code to its own standalone, citable page — see</a:t>
            </a:r>
            <a:br/>
            <a:r>
              <a:t>the deep-linking mechanism described later in the medium and long versions of</a:t>
            </a:r>
            <a:br/>
            <a:r>
              <a:t>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6605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Adopt this pattern for your own methods papers: bind every reported number</a:t>
            </a:r>
            <a:br/>
            <a:r>
              <a:t>to the code that produced it, not to a hand-typed table.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Pilot it on one existing manuscript in your group before committing to a full</a:t>
            </a:r>
            <a:br/>
            <a:r>
              <a:t>rewrite.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Happy to pair with your team through a first regeneration cycle, if useful — no</a:t>
            </a:r>
            <a:br/>
            <a:r>
              <a:t>prior engagements to point to yet, this pattern is newly forkable.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Open to funding conversations and scoping a consulting engagement for a</a:t>
            </a:r>
            <a:br/>
            <a:r>
              <a:t>deeper or custom integration — no prior engagements exist yet; this is an</a:t>
            </a:r>
            <a:br/>
            <a:r>
              <a:t>invitation to talk, not an established offering.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