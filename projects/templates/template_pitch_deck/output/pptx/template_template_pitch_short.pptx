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20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scans infrastructure/ modules, the pipeline DAG, and the public project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that scan into a dictionary of ${variable} values; inject_metrics.py substitutes them into the manuscript text.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130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99.37%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9 durable publication records already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funder or reviewer can clone the repository and regenerate the exact figures and counts cited in the manuscript, on their own machine.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no-mocks, coverage-gated testing discipline that verifies the code also verifies the claims made about the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pattern generalizes across the whole projects/templates/ folder — all 20 exemplars, not just one cherry-picked example — follow the identical 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(template_template_pitch_short.pdf) is its own exemplar in the same monorepo — it has its own source, tests, and citable identity, separate from the DOI of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also carries a QR code to its own standalone, citable page — see the deep-linking mechanism described later in the medium and long versions of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cycle, if useful — no prior engagements to point to yet, this pattern is newly forkable.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and scoping a consulting engagement for a deeper or custom integration — no prior engagements exist yet; this is an 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