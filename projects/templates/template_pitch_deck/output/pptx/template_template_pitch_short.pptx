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unreleased; prior</a:t>
            </a:r>
            <a:br/>
            <a:r>
              <a:t>v1.0.9 has 9 historical publication references.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25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