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problem in one sentence a non-technical funder can parse without repo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'what is it' concretely — no adjectives, only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short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github.com/docxology/template/blob/main/projects/templates/template_pitch_deck/output/slides_standalone/template_template_short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docxology/template/blob/main/infrastructure/project/public_scope.py" TargetMode="External"/><Relationship Id="rId4" Type="http://schemas.openxmlformats.org/officeDocument/2006/relationships/image" Target="../media/image3.png"/><Relationship Id="rId5" Type="http://schemas.openxmlformats.org/officeDocument/2006/relationships/hyperlink" Target="https://github.com/docxology/template/blob/main/projects/templates/template_pitch_deck/output/slides_standalone/template_template_short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short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6.png"/><Relationship Id="rId5" Type="http://schemas.openxmlformats.org/officeDocument/2006/relationships/hyperlink" Target="https://github.com/docxology/template/blob/main/projects/templates/template_pitch_deck/output/slides_standalone/template_template_short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short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short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9.png"/><Relationship Id="rId4" Type="http://schemas.openxmlformats.org/officeDocument/2006/relationships/hyperlink" Target="https://github.com/docxology/template/blob/main/projects/templates/template_pitch_deck/output/slides_standalone/template_template_short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10.png"/><Relationship Id="rId4" Type="http://schemas.openxmlformats.org/officeDocument/2006/relationships/hyperlink" Target="https://github.com/docxology/template/blob/main/projects/templates/template_pitch_deck/output/slides_standalone/template_template_short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short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hyperlink" Target="https://github.com/docxology/template/blob/main/projects/templates/template_pitch_deck/output/slides_standalone/template_template_short/slide_11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scans infrastructure/ modules, the</a:t>
            </a:r>
            <a:br/>
            <a:r>
              <a:t>pipeline DAG, and the public project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that scan into a dictionary of ${variable} values;</a:t>
            </a:r>
            <a:br/>
            <a:r>
              <a:t>inject_metrics.py substitutes them into the manuscript text.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Proof, not adjectives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153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97.07%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 10.5281/zenodo.20419007. Intended v2.0.0 is unreleased; prior</a:t>
            </a:r>
            <a:br/>
            <a:r>
              <a:t>v1.0.9 has 9 historical publication references.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Licensed Apache-2.0 — the introspection code, not only the prose, is available</a:t>
            </a:r>
            <a:br/>
            <a:r>
              <a:t>for a science-integrity team to audit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this matters for science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funder or reviewer can clone the repository and regenerate the exact figures</a:t>
            </a:r>
            <a:br/>
            <a:r>
              <a:t>and counts cited in the manuscript, on their own machine.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same no-mocks, coverage-gated testing discipline that verifies the code</a:t>
            </a:r>
            <a:br/>
            <a:r>
              <a:t>also verifies the claims made about the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pattern generalizes across the whole projects/templates/ folder — all 25</a:t>
            </a:r>
            <a:br/>
            <a:r>
              <a:t>exemplars, not just one cherry-picked example — follow the identical</a:t>
            </a:r>
            <a:br/>
            <a:r>
              <a:t>thin-orchestrator, two-layer architecture.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(template_template_pitch_short.pdf) is its own exemplar in the</a:t>
            </a:r>
            <a:br/>
            <a:r>
              <a:t>same monorepo — it has its own source, tests, and citable identity, separate</a:t>
            </a:r>
            <a:br/>
            <a:r>
              <a:t>from the DOI of the 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also carries a QR code to its own standalone, citable page — see</a:t>
            </a:r>
            <a:br/>
            <a:r>
              <a:t>the deep-linking mechanism described later in the medium and long versions of</a:t>
            </a:r>
            <a:br/>
            <a:r>
              <a:t>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605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cycle, if useful — no</a:t>
            </a:r>
            <a:br/>
            <a:r>
              <a:t>prior engagements to point to yet, this pattern is newly forkable.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and scoping a consulting engagement for a</a:t>
            </a:r>
            <a:br/>
            <a:r>
              <a:t>deeper or custom integration — no prior engagements exist yet; this is an</a:t>
            </a:r>
            <a:br/>
            <a:r>
              <a:t>invitation to talk, not an established offering.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