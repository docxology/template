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docxology/template/blob/main/projects/templates/template_pitch_deck/output/slides_standalone/template_methods_paper_long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docxology/template/blob/main/projects/templates/template_pitch_deck/output/slides_standalone/template_methods_paper_long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docxology/template/blob/main/projects/templates/template_pitch_deck/output/slides_standalone/template_methods_paper_long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src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s://github.com/docxology/template/blob/main/projects/templates/template_pitch_deck/output/slides_standalone/template_methods_paper_long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tests" TargetMode="External"/><Relationship Id="rId3" Type="http://schemas.openxmlformats.org/officeDocument/2006/relationships/image" Target="../media/image5.png"/><Relationship Id="rId4" Type="http://schemas.openxmlformats.org/officeDocument/2006/relationships/hyperlink" Target="https://github.com/docxology/template/blob/main/projects/templates/template_pitch_deck/output/slides_standalone/template_methods_paper_long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methods_paper/README.md" TargetMode="External"/><Relationship Id="rId3" Type="http://schemas.openxmlformats.org/officeDocument/2006/relationships/image" Target="../media/image6.png"/><Relationship Id="rId4" Type="http://schemas.openxmlformats.org/officeDocument/2006/relationships/hyperlink" Target="https://github.com/docxology/template/blob/main/projects/templates/template_pitch_deck/output/slides_standalone/template_methods_paper_long/slide_0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docxology/template/blob/main/projects/templates/template_pitch_deck/output/slides_standalone/template_methods_paper_long/slide_07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Domain Language for Specifying Controlled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A controlled-method specification pitch for reproducible research teams</a:t>
            </a:r>
          </a:p>
        </p:txBody>
      </p:sp>
      <p:pic>
        <p:nvPicPr>
          <p:cNvPr id="6" name="Picture 5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Audience and failure mode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Methods are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method is an interface between a question, its inputs, and the claims its</a:t>
            </a:r>
            <a:br/>
            <a:r>
              <a:t>outputs can support.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When that interface is implicit, later changes can silently alter the meaning of a</a:t>
            </a:r>
            <a:br/>
            <a:r>
              <a:t>result.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A small controlled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DSL names stages, dependencies, units, and exports as data that can be</a:t>
            </a:r>
            <a:br/>
            <a:r>
              <a:t>parsed and validated.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Compilation remains deterministic and offline by default, with no hidden</a:t>
            </a:r>
            <a:br/>
            <a:r>
              <a:t>network or LLM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projects/templates/template_methods_paper/src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Negative controls carry the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Malformed stages, changed literals, and invalid units must fail before a receipt</a:t>
            </a:r>
            <a:br/>
            <a:r>
              <a:t>can be treated as current.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focused tests exercise those failures without repeating the full refresh</a:t>
            </a:r>
            <a:br/>
            <a:r>
              <a:t>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projects/templates/template_methods_paper/tests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the receipt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1167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It binds a local source revision, method plan, output schema, and deterministic</a:t>
            </a:r>
            <a:br/>
            <a:r>
              <a:t>compiler result.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It does not substitute for a domain comparator, real data provenance, or</a:t>
            </a:r>
            <a:br/>
            <a:r>
              <a:t>owner-authorized publication.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projects/templates/template_methods_paper/README.md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A bounded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8500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Encode one production method and review the diff with its domain owner.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Promote only the claims whose evidence and acceptance predicates are</a:t>
            </a:r>
            <a:br/>
            <a:r>
              <a:t>explicit.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