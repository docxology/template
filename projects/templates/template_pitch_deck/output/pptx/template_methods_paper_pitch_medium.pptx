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docxology/template/blob/main/projects/templates/template_pitch_deck/output/slides_standalone/template_methods_paper_medium/slide_01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docxology/template/blob/main/projects/templates/template_pitch_deck/output/slides_standalone/template_methods_paper_medium/slide_02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docxology/template/blob/main/projects/templates/template_pitch_deck/output/slides_standalone/template_methods_paper_medium/slide_03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methods_paper/src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s://github.com/docxology/template/blob/main/projects/templates/template_pitch_deck/output/slides_standalone/template_methods_paper_medium/slide_04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methods_paper/README.md" TargetMode="External"/><Relationship Id="rId3" Type="http://schemas.openxmlformats.org/officeDocument/2006/relationships/image" Target="../media/image5.png"/><Relationship Id="rId4" Type="http://schemas.openxmlformats.org/officeDocument/2006/relationships/hyperlink" Target="https://github.com/docxology/template/blob/main/projects/templates/template_pitch_deck/output/slides_standalone/template_methods_paper_medium/slide_05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methods_paper/tests" TargetMode="External"/><Relationship Id="rId3" Type="http://schemas.openxmlformats.org/officeDocument/2006/relationships/image" Target="../media/image6.png"/><Relationship Id="rId4" Type="http://schemas.openxmlformats.org/officeDocument/2006/relationships/hyperlink" Target="https://github.com/docxology/template/blob/main/projects/templates/template_pitch_deck/output/slides_standalone/template_methods_paper_medium/slide_06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 Domain Language for Specifying Controlled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A controlled-method specification pitch for reproducible research teams</a:t>
            </a:r>
          </a:p>
        </p:txBody>
      </p:sp>
      <p:pic>
        <p:nvPicPr>
          <p:cNvPr id="6" name="Picture 5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Why methods drift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Prose is necessary but not sufficient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8500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method description can be readable while leaving stages, units, and</a:t>
            </a:r>
            <a:br/>
            <a:r>
              <a:t>acceptance predicates ambiguous.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remedy is a small typed contract that can be validated before compilation.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controlled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8500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Parse the method specification, validate staged dependencies, compile</a:t>
            </a:r>
            <a:br/>
            <a:r>
              <a:t>deterministic outputs, and emit a receipt.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Exact-value tests and negative controls protect the surfaces most likely to drift.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projects/templates/template_methods_paper/src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What remains bounded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1167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passing compiler proves local method consistency, not scientific truth or</a:t>
            </a:r>
            <a:br/>
            <a:r>
              <a:t>external validity.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Forks must add domain evidence and publication authorization before</a:t>
            </a:r>
            <a:br/>
            <a:r>
              <a:t>extending the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projects/templates/template_methods_paper/README.md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Adoption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8500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Choose one existing workflow, encode its invariant stages, and compare the</a:t>
            </a:r>
            <a:br/>
            <a:r>
              <a:t>receipt across two deterministic runs.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Use the failed case as the design signal; do not hide it behind a skipped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projects/templates/template_methods_paper/tests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