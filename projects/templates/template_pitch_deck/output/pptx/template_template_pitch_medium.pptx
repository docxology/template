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medium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medium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medium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medium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5.png"/><Relationship Id="rId4" Type="http://schemas.openxmlformats.org/officeDocument/2006/relationships/hyperlink" Target="https://github.com/docxology/template/blob/main/projects/templates/template_pitch_deck/output/slides_standalone/template_template_medium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docxology/template/blob/main/projects/templates/template_pitch_deck/output/slides_standalone/template_template_medium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docxology/template/blob/main/projects/templates/template_pitch_deck/output/slides_standalone/template_template_medium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docxology/template/blob/main/projects/templates/template_pitch_deck/output/slides_standalone/template_template_medium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medium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medium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github.com/docxology/template/blob/main/projects/templates/template_pitch_deck/output/slides_standalone/template_template_medium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github.com/docxology/template/blob/main/projects/templates/template_pitch_deck/output/slides_standalone/template_template_medium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docxology/template/blob/main/projects/templates/template_pitch_deck/output/slides_standalone/template_template_medium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16.png"/><Relationship Id="rId4" Type="http://schemas.openxmlformats.org/officeDocument/2006/relationships/hyperlink" Target="https://github.com/docxology/template/blob/main/projects/templates/template_pitch_deck/output/slides_standalone/template_template_medium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17.png"/><Relationship Id="rId4" Type="http://schemas.openxmlformats.org/officeDocument/2006/relationships/hyperlink" Target="https://github.com/docxology/template/blob/main/projects/templates/template_pitch_deck/output/slides_standalone/template_template_medium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18.png"/><Relationship Id="rId4" Type="http://schemas.openxmlformats.org/officeDocument/2006/relationships/hyperlink" Target="https://github.com/docxology/template/blob/main/projects/templates/template_pitch_deck/output/slides_standalone/template_template_medium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medium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medium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1.png"/><Relationship Id="rId4" Type="http://schemas.openxmlformats.org/officeDocument/2006/relationships/hyperlink" Target="https://github.com/docxology/template/blob/main/projects/templates/template_pitch_deck/output/slides_standalone/template_template_medium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medium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github.com/docxology/template/blob/main/projects/templates/template_pitch_deck/output/slides_standalone/template_template_medium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https://github.com/docxology/template/blob/main/projects/templates/template_pitch_deck/output/slides_standalone/template_template_medium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medium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src/token_resolution.py" TargetMode="External"/><Relationship Id="rId4" Type="http://schemas.openxmlformats.org/officeDocument/2006/relationships/image" Target="../media/image27.png"/><Relationship Id="rId5" Type="http://schemas.openxmlformats.org/officeDocument/2006/relationships/hyperlink" Target="https://github.com/docxology/template/blob/main/projects/templates/template_pitch_deck/output/slides_standalone/template_template_medium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medium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0.png"/><Relationship Id="rId5" Type="http://schemas.openxmlformats.org/officeDocument/2006/relationships/hyperlink" Target="https://github.com/docxology/template/blob/main/projects/templates/template_pitch_deck/output/slides_standalone/template_template_medium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github.com/docxology/template/blob/main/projects/templates/template_pitch_deck/output/slides_standalone/template_template_medium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33.png"/><Relationship Id="rId4" Type="http://schemas.openxmlformats.org/officeDocument/2006/relationships/hyperlink" Target="https://github.com/docxology/template/blob/main/projects/templates/template_pitch_deck/output/slides_standalone/template_template_medium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standalone_slides.py" TargetMode="External"/><Relationship Id="rId3" Type="http://schemas.openxmlformats.org/officeDocument/2006/relationships/image" Target="../media/image34.png"/><Relationship Id="rId4" Type="http://schemas.openxmlformats.org/officeDocument/2006/relationships/hyperlink" Target="https://github.com/docxology/template/blob/main/projects/templates/template_pitch_deck/output/slides_standalone/template_template_medium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35.png"/><Relationship Id="rId4" Type="http://schemas.openxmlformats.org/officeDocument/2006/relationships/hyperlink" Target="https://github.com/docxology/template/blob/main/projects/templates/template_pitch_deck/output/slides_standalone/template_template_medium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medium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infra_facts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medium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infra_facts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medium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hyperlink" Target="https://github.com/docxology/template/blob/main/projects/templates/template_pitch_deck/output/slides_standalone/template_template_medium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projects/templates/template_pitch_deck/output/slides_standalone/template_template_medium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hyperlink" Target="https://github.com/docxology/template/blob/main/projects/templates/template_pitch_deck/output/slides_standalone/template_template_medium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projects/templates/template_pitch_deck/output/slides_standalone/template_template_medium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4.png"/><Relationship Id="rId4" Type="http://schemas.openxmlformats.org/officeDocument/2006/relationships/hyperlink" Target="https://github.com/docxology/template/blob/main/projects/templates/template_pitch_deck/output/slides_standalone/template_template_medium/slide_38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24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src/template_template/introspection.py discovers infrastructure/ subpackages,</a:t>
            </a:r>
            <a:br/>
            <a:r>
              <a:t>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 and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those values into manuscript/*.md, writing the</a:t>
            </a:r>
            <a:br/>
            <a:r>
              <a:t>resolved text to output/manuscript/ for rendering.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147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97.66%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 partial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project-coverage floor and a no-mocks testing policy apply to this project</a:t>
            </a:r>
            <a:br/>
            <a:r>
              <a:t>exactly as they do to the 24 other exemplars.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pipeline run either passes its own gate or fails loudly — there is no</a:t>
            </a:r>
            <a:br/>
            <a:r>
              <a:t>partial-credit reporting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 10.5281/zenodo.20419007, with a version-specific Zenodo</a:t>
            </a:r>
            <a:br/>
            <a:r>
              <a:t>deposit for the current release.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 durable publication records on file: Zenodo, GitHub, PyPI (sandbox), IPFS,</a:t>
            </a:r>
            <a:br/>
            <a:r>
              <a:t>Software Heritage, GitHub Pages, Netlify, Hugging Face, OSF.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Licensed Apache-2.0 — the introspection code, not only the prose, is available</a:t>
            </a:r>
            <a:br/>
            <a:r>
              <a:t>for a science-integrity team to audit directly at docxology/template_template.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24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template_formal, template_gold_refinement, template_literature_meta_analysis,</a:t>
            </a:r>
            <a:br/>
            <a:r>
              <a:t>template_madlib, template_methods_paper, template_newspaper,</a:t>
            </a:r>
            <a:br/>
            <a:r>
              <a:t>template_pitch_deck, template_pools_rules_tools, template_prose_project,</a:t>
            </a:r>
            <a:br/>
            <a:r>
              <a:t>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24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Two-layer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Layer 1 (infrastructure/): generic, reusable — rendering, validation, publishing,</a:t>
            </a:r>
            <a:br/>
            <a:r>
              <a:t>provenance, testing utilities.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Layer 2 (projects/{name}/src/): domain-specific — each exemplar's own</a:t>
            </a:r>
            <a:br/>
            <a:r>
              <a:t>algorithms, kept out of infrastructure/ by convention and enforced by drift</a:t>
            </a:r>
            <a:br/>
            <a:r>
              <a:t>checks.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Governance and confidentiality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fails CI if any private</a:t>
            </a:r>
            <a:br/>
            <a:r>
              <a:t>project path is accidentally committed.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24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97.66%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158" y="914400"/>
            <a:ext cx="489168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25 importable subpackages, 752 tracked Python files total under infrastructure/</a:t>
            </a:r>
            <a:br/>
            <a:r>
              <a:t>— a real inventory anyone can `git ls-files` themselves, not a claimed</a:t>
            </a:r>
            <a:br/>
            <a:r>
              <a:t>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core, holds 129 files — still a minority of the</a:t>
            </a:r>
            <a:br/>
            <a:r>
              <a:t>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2</a:t>
            </a:r>
            <a:br/>
            <a:r>
              <a:t>top-level file(s): infrastructure/__init__.py and mcp_server.py.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