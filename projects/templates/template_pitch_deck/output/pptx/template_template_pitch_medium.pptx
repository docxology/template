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1.png"/><Relationship Id="rId4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34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4.png"/><Relationship Id="rId4" Type="http://schemas.openxmlformats.org/officeDocument/2006/relationships/hyperlink" Target="https://github.com/docxology/template/blob/main/projects/templates/template_pitch_deck/output/slides_standalone/template_template_medium/slide_38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those values into manuscript/*.md, writing the</a:t>
            </a:r>
            <a:br/>
            <a:r>
              <a:t>resolved text to output/manuscript/ for rendering.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153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97.07%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project-coverage floor and a no-mocks testing policy apply to this project</a:t>
            </a:r>
            <a:br/>
            <a:r>
              <a:t>exactly as they do to the 25 other exemplars.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pipeline run either passes its own gate or fails loudly — there is no</a:t>
            </a:r>
            <a:br/>
            <a:r>
              <a:t>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4885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Prior v1.0.9 has 9 historical references: Zenodo, GitHub, PyPI (sandbox),</a:t>
            </a:r>
            <a:br/>
            <a:r>
              <a:t>IPFS, Software Heritage, GitHub Pages, Netlify, Hugging Face, OSF.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1 (infrastructure/): generic, reusable — rendering, validation, publishing,</a:t>
            </a:r>
            <a:br/>
            <a:r>
              <a:t>provenance, testing utilities.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2 (projects/{name}/src/): domain-specific — each exemplar's own</a:t>
            </a:r>
            <a:br/>
            <a:r>
              <a:t>algorithms, kept out of infrastructure/ by convention and enforced by drift</a:t>
            </a:r>
            <a:br/>
            <a:r>
              <a:t>checks.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fails CI if any private</a:t>
            </a:r>
            <a:br/>
            <a:r>
              <a:t>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97.07%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1302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399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file(s): infrastructure/__init__.py and mcp_server.py.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