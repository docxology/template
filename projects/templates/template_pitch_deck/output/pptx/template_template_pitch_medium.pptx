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oken_resolution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6.png"/><Relationship Id="rId4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28.png"/><Relationship Id="rId5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1.png"/><Relationship Id="rId4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32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35.png"/><Relationship Id="rId4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37.png"/><Relationship Id="rId5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19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those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project-coverage floor and a no-mocks testing policy apply to this project exactly as they do to the 19 other exemplars.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pipeline run either passes its own gate or fails loudly — there is no 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with a version-specific Zenodo deposit for the current release.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 durable publication records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19 public exemplars: template_active_inference, template_autopoiesis, template_autoresearch_project, template_autoscientists, template_code_project, template_eda_notebook, template_gold_refinement, template_literature_meta_analysis, template_madlib, template_methods_paper, template_newspaper, template_pitch_deck, template_pools_rules_tools, template_prose_project,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19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1 (infrastructure/): generic, reusable — rendering, validation, publishing, provenance, testing utilities.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2 (projects/{name}/src/): domain-specific — each exemplar's own algorithms, kept out of infrastructure/ by convention and enforced by drift checks.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fails CI if any private 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projects/templates/template_pitch_deck/src/token_resolution.py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19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99.37%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2561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671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112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