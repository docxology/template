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6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8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1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20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20 public exemplars: template_active_inference, template_autopoiesis, template_autoresearch_project, template_autoscientists, template_code_project, template_eda_notebook, template_formal,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20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20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671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