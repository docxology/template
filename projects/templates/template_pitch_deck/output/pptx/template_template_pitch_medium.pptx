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154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to the 25 other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4885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Prior v1.0.9 has 9 historical references: Zenodo, GitHub, PyPI (sandbox),</a:t>
            </a:r>
            <a:br/>
            <a:r>
              <a:t>IPFS, 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97.07%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1324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406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